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25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62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8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4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40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37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2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59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7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80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5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79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04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73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34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CBB071-A43E-42C3-AB05-015EAA6013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0A1BA12-61E2-4971-B0E4-7361E18C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69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SOAL  KUIS 2</a:t>
            </a:r>
          </a:p>
        </p:txBody>
      </p:sp>
    </p:spTree>
    <p:extLst>
      <p:ext uri="{BB962C8B-B14F-4D97-AF65-F5344CB8AC3E}">
        <p14:creationId xmlns:p14="http://schemas.microsoft.com/office/powerpoint/2010/main" val="2062804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2483" y="0"/>
            <a:ext cx="6251803" cy="1146629"/>
          </a:xfrm>
        </p:spPr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Normalisasi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36250" r="17212" b="19814"/>
          <a:stretch/>
        </p:blipFill>
        <p:spPr>
          <a:xfrm>
            <a:off x="1261599" y="1512277"/>
            <a:ext cx="10707663" cy="35989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25971" y="5494441"/>
            <a:ext cx="6906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Tampak</a:t>
            </a:r>
            <a:r>
              <a:rPr lang="en-US" dirty="0"/>
              <a:t> table </a:t>
            </a:r>
            <a:r>
              <a:rPr lang="en-US" dirty="0" err="1"/>
              <a:t>diatas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 </a:t>
            </a:r>
            <a:r>
              <a:rPr lang="en-US" dirty="0" err="1"/>
              <a:t>Unnormal</a:t>
            </a:r>
            <a:r>
              <a:rPr lang="en-US" dirty="0"/>
              <a:t>,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normalisasi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table yang </a:t>
            </a:r>
            <a:r>
              <a:rPr lang="en-US" dirty="0" err="1"/>
              <a:t>didapat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normalisasi</a:t>
            </a:r>
            <a:r>
              <a:rPr lang="en-US" dirty="0"/>
              <a:t> </a:t>
            </a:r>
            <a:r>
              <a:rPr lang="en-US" dirty="0" err="1"/>
              <a:t>tersebut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67496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2483" y="0"/>
            <a:ext cx="6251803" cy="1146629"/>
          </a:xfrm>
        </p:spPr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Normalisasi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-289" t="31933" r="29808" b="23259"/>
          <a:stretch/>
        </p:blipFill>
        <p:spPr>
          <a:xfrm>
            <a:off x="1008185" y="1289538"/>
            <a:ext cx="10644553" cy="46892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7663" y="6121678"/>
            <a:ext cx="6906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Tampak</a:t>
            </a:r>
            <a:r>
              <a:rPr lang="en-US" dirty="0"/>
              <a:t> table </a:t>
            </a:r>
            <a:r>
              <a:rPr lang="en-US" dirty="0" err="1"/>
              <a:t>diatas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 </a:t>
            </a:r>
            <a:r>
              <a:rPr lang="en-US" dirty="0" err="1"/>
              <a:t>Unnormal</a:t>
            </a:r>
            <a:r>
              <a:rPr lang="en-US" dirty="0"/>
              <a:t>,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normalisasi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table yang </a:t>
            </a:r>
            <a:r>
              <a:rPr lang="en-US" dirty="0" err="1"/>
              <a:t>didapat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normalisasi</a:t>
            </a:r>
            <a:r>
              <a:rPr lang="en-US" dirty="0"/>
              <a:t> </a:t>
            </a:r>
            <a:r>
              <a:rPr lang="en-US" dirty="0" err="1"/>
              <a:t>tersebut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26900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2483" y="0"/>
            <a:ext cx="6251803" cy="1146629"/>
          </a:xfrm>
        </p:spPr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Normalisasi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480" t="18617" r="30096" b="42732"/>
          <a:stretch/>
        </p:blipFill>
        <p:spPr>
          <a:xfrm>
            <a:off x="1746740" y="1875693"/>
            <a:ext cx="8581291" cy="26494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46740" y="1406769"/>
            <a:ext cx="2945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 data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:</a:t>
            </a:r>
            <a:endParaRPr lang="id-ID" dirty="0"/>
          </a:p>
        </p:txBody>
      </p:sp>
      <p:sp>
        <p:nvSpPr>
          <p:cNvPr id="6" name="TextBox 5"/>
          <p:cNvSpPr txBox="1"/>
          <p:nvPr/>
        </p:nvSpPr>
        <p:spPr>
          <a:xfrm>
            <a:off x="1746740" y="4849672"/>
            <a:ext cx="6906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Tampak</a:t>
            </a:r>
            <a:r>
              <a:rPr lang="en-US" dirty="0"/>
              <a:t> table </a:t>
            </a:r>
            <a:r>
              <a:rPr lang="en-US" dirty="0" err="1"/>
              <a:t>diatas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 </a:t>
            </a:r>
            <a:r>
              <a:rPr lang="en-US" dirty="0" err="1"/>
              <a:t>Unnormal</a:t>
            </a:r>
            <a:r>
              <a:rPr lang="en-US" dirty="0"/>
              <a:t>,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normalisasi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table yang </a:t>
            </a:r>
            <a:r>
              <a:rPr lang="en-US" dirty="0" err="1"/>
              <a:t>didapat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normalisasi</a:t>
            </a:r>
            <a:r>
              <a:rPr lang="en-US" dirty="0"/>
              <a:t> </a:t>
            </a:r>
            <a:r>
              <a:rPr lang="en-US" dirty="0" err="1"/>
              <a:t>tersebut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29103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2483" y="0"/>
            <a:ext cx="6251803" cy="1146629"/>
          </a:xfrm>
        </p:spPr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</a:t>
            </a:r>
            <a:r>
              <a:rPr lang="en-US" dirty="0" err="1"/>
              <a:t>Relasional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05355" y="1345922"/>
            <a:ext cx="899085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Lihat</a:t>
            </a:r>
            <a:r>
              <a:rPr lang="en-US" sz="2400" dirty="0"/>
              <a:t> table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soal</a:t>
            </a:r>
            <a:r>
              <a:rPr lang="en-US" sz="2400" dirty="0"/>
              <a:t> No 1, </a:t>
            </a:r>
            <a:r>
              <a:rPr lang="en-US" sz="2400" dirty="0" err="1"/>
              <a:t>tuliskan</a:t>
            </a:r>
            <a:r>
              <a:rPr lang="en-US" sz="2400" dirty="0"/>
              <a:t> </a:t>
            </a:r>
            <a:r>
              <a:rPr lang="en-US" sz="2400" dirty="0" err="1"/>
              <a:t>perintah</a:t>
            </a:r>
            <a:r>
              <a:rPr lang="en-US" sz="2400" dirty="0"/>
              <a:t> </a:t>
            </a:r>
            <a:r>
              <a:rPr lang="en-US" sz="2400" dirty="0" err="1"/>
              <a:t>Aljabar</a:t>
            </a:r>
            <a:r>
              <a:rPr lang="en-US" sz="2400" dirty="0"/>
              <a:t> </a:t>
            </a:r>
            <a:r>
              <a:rPr lang="en-US" sz="2400" dirty="0" err="1"/>
              <a:t>Relasionalnya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 err="1"/>
              <a:t>Menampilkan</a:t>
            </a:r>
            <a:r>
              <a:rPr lang="en-US" sz="2400" dirty="0"/>
              <a:t> Nama, </a:t>
            </a:r>
            <a:r>
              <a:rPr lang="en-US" sz="2400" dirty="0" err="1"/>
              <a:t>Umur</a:t>
            </a:r>
            <a:r>
              <a:rPr lang="en-US" sz="2400" dirty="0"/>
              <a:t> dan Nama </a:t>
            </a:r>
            <a:r>
              <a:rPr lang="en-US" sz="2400" dirty="0" err="1"/>
              <a:t>Walinya</a:t>
            </a:r>
            <a:r>
              <a:rPr lang="en-US" sz="2400" dirty="0"/>
              <a:t>  !</a:t>
            </a:r>
          </a:p>
          <a:p>
            <a:pPr marL="342900" indent="-342900">
              <a:buAutoNum type="arabicPeriod"/>
            </a:pPr>
            <a:r>
              <a:rPr lang="en-US" sz="2400" dirty="0" err="1"/>
              <a:t>Menampilkan</a:t>
            </a:r>
            <a:r>
              <a:rPr lang="en-US" sz="2400" dirty="0"/>
              <a:t> Nama </a:t>
            </a:r>
            <a:r>
              <a:rPr lang="en-US" sz="2400" dirty="0" err="1"/>
              <a:t>Mahasiswa</a:t>
            </a:r>
            <a:r>
              <a:rPr lang="en-US" sz="2400" dirty="0"/>
              <a:t>, yang </a:t>
            </a:r>
            <a:r>
              <a:rPr lang="en-US" sz="2400" dirty="0" err="1"/>
              <a:t>khusus</a:t>
            </a:r>
            <a:r>
              <a:rPr lang="en-US" sz="2400" dirty="0"/>
              <a:t> </a:t>
            </a:r>
            <a:r>
              <a:rPr lang="en-US" sz="2400" dirty="0" err="1"/>
              <a:t>Nilainya</a:t>
            </a:r>
            <a:r>
              <a:rPr lang="en-US" sz="2400" dirty="0"/>
              <a:t> A !</a:t>
            </a:r>
          </a:p>
          <a:p>
            <a:pPr marL="342900" indent="-342900">
              <a:buAutoNum type="arabicPeriod"/>
            </a:pPr>
            <a:r>
              <a:rPr lang="en-US" sz="2400" dirty="0" err="1"/>
              <a:t>Hitung</a:t>
            </a:r>
            <a:r>
              <a:rPr lang="en-US" sz="2400" dirty="0"/>
              <a:t> </a:t>
            </a:r>
            <a:r>
              <a:rPr lang="en-US" sz="2400" dirty="0" err="1"/>
              <a:t>berapa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yang </a:t>
            </a:r>
            <a:r>
              <a:rPr lang="en-US" sz="2400" dirty="0" err="1"/>
              <a:t>Ambil</a:t>
            </a:r>
            <a:r>
              <a:rPr lang="en-US" sz="2400" dirty="0"/>
              <a:t> </a:t>
            </a:r>
            <a:r>
              <a:rPr lang="en-US" sz="2400" dirty="0" err="1"/>
              <a:t>mata</a:t>
            </a:r>
            <a:r>
              <a:rPr lang="en-US" sz="2400" dirty="0"/>
              <a:t> </a:t>
            </a:r>
            <a:r>
              <a:rPr lang="en-US" sz="2400" dirty="0" err="1"/>
              <a:t>kuliah</a:t>
            </a:r>
            <a:r>
              <a:rPr lang="en-US" sz="2400" dirty="0"/>
              <a:t> Basis Data !</a:t>
            </a:r>
          </a:p>
          <a:p>
            <a:pPr marL="342900" indent="-342900">
              <a:buAutoNum type="arabicPeriod"/>
            </a:pPr>
            <a:r>
              <a:rPr lang="en-US" sz="2400" dirty="0" err="1"/>
              <a:t>Tampilkan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yang </a:t>
            </a:r>
            <a:r>
              <a:rPr lang="en-US" sz="2400" dirty="0" err="1"/>
              <a:t>Walinya</a:t>
            </a:r>
            <a:r>
              <a:rPr lang="en-US" sz="2400" dirty="0"/>
              <a:t>  “Ani” !</a:t>
            </a:r>
          </a:p>
          <a:p>
            <a:pPr marL="342900" indent="-342900">
              <a:buAutoNum type="arabicPeriod"/>
            </a:pPr>
            <a:r>
              <a:rPr lang="en-US" sz="2400" dirty="0" err="1"/>
              <a:t>Berapa</a:t>
            </a:r>
            <a:r>
              <a:rPr lang="en-US" sz="2400" dirty="0"/>
              <a:t> Orang </a:t>
            </a:r>
            <a:r>
              <a:rPr lang="en-US" sz="2400" dirty="0" err="1"/>
              <a:t>peserta</a:t>
            </a:r>
            <a:r>
              <a:rPr lang="en-US" sz="2400" dirty="0"/>
              <a:t> yang </a:t>
            </a:r>
            <a:r>
              <a:rPr lang="en-US" sz="2400" dirty="0" err="1"/>
              <a:t>Nilainya</a:t>
            </a:r>
            <a:r>
              <a:rPr lang="en-US" sz="2400" dirty="0"/>
              <a:t> C !</a:t>
            </a:r>
          </a:p>
        </p:txBody>
      </p:sp>
    </p:spTree>
    <p:extLst>
      <p:ext uri="{BB962C8B-B14F-4D97-AF65-F5344CB8AC3E}">
        <p14:creationId xmlns:p14="http://schemas.microsoft.com/office/powerpoint/2010/main" val="80648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1DD96-617E-815B-68C1-A4C84B364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5CD24-351B-D9A3-D802-2B2DBF8FD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483" y="0"/>
            <a:ext cx="6251803" cy="1146629"/>
          </a:xfrm>
        </p:spPr>
        <p:txBody>
          <a:bodyPr/>
          <a:lstStyle/>
          <a:p>
            <a:r>
              <a:rPr lang="en-US" dirty="0"/>
              <a:t>Soal  SQL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84FF7-1EBE-49FE-68AE-7E924137EEA6}"/>
              </a:ext>
            </a:extLst>
          </p:cNvPr>
          <p:cNvSpPr txBox="1"/>
          <p:nvPr/>
        </p:nvSpPr>
        <p:spPr>
          <a:xfrm>
            <a:off x="1805355" y="1345922"/>
            <a:ext cx="930459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Lihat</a:t>
            </a:r>
            <a:r>
              <a:rPr lang="en-US" sz="2400" dirty="0"/>
              <a:t> table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soal</a:t>
            </a:r>
            <a:r>
              <a:rPr lang="en-US" sz="2400" dirty="0"/>
              <a:t> No 2, </a:t>
            </a:r>
            <a:r>
              <a:rPr lang="en-US" sz="2400" dirty="0" err="1"/>
              <a:t>tuliskan</a:t>
            </a:r>
            <a:r>
              <a:rPr lang="en-US" sz="2400" dirty="0"/>
              <a:t> </a:t>
            </a:r>
            <a:r>
              <a:rPr lang="en-US" sz="2400" dirty="0" err="1"/>
              <a:t>perintah</a:t>
            </a:r>
            <a:r>
              <a:rPr lang="en-US" sz="2400" dirty="0"/>
              <a:t> SQL </a:t>
            </a:r>
            <a:r>
              <a:rPr lang="en-US" sz="2400" dirty="0" err="1"/>
              <a:t>nya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 err="1"/>
              <a:t>Menampilkan</a:t>
            </a:r>
            <a:r>
              <a:rPr lang="en-US" sz="2400" dirty="0"/>
              <a:t> Nama, Nama Tour  dan Harga </a:t>
            </a:r>
            <a:r>
              <a:rPr lang="en-US" sz="2400" dirty="0" err="1"/>
              <a:t>Pesawat</a:t>
            </a:r>
            <a:r>
              <a:rPr lang="en-US" sz="2400" dirty="0"/>
              <a:t>  !</a:t>
            </a:r>
          </a:p>
          <a:p>
            <a:pPr marL="342900" indent="-342900">
              <a:buAutoNum type="arabicPeriod"/>
            </a:pPr>
            <a:r>
              <a:rPr lang="en-US" sz="2400" dirty="0" err="1"/>
              <a:t>Menampilkan</a:t>
            </a:r>
            <a:r>
              <a:rPr lang="en-US" sz="2400" dirty="0"/>
              <a:t> Nama </a:t>
            </a:r>
            <a:r>
              <a:rPr lang="en-US" sz="2400" dirty="0" err="1"/>
              <a:t>Penumpang</a:t>
            </a:r>
            <a:r>
              <a:rPr lang="en-US" sz="2400" dirty="0"/>
              <a:t>, yang </a:t>
            </a:r>
            <a:r>
              <a:rPr lang="en-US" sz="2400" dirty="0" err="1"/>
              <a:t>khusus</a:t>
            </a:r>
            <a:r>
              <a:rPr lang="en-US" sz="2400" dirty="0"/>
              <a:t> Laki-</a:t>
            </a:r>
            <a:r>
              <a:rPr lang="en-US" sz="2400" dirty="0" err="1"/>
              <a:t>laki</a:t>
            </a:r>
            <a:r>
              <a:rPr lang="en-US" sz="2400" dirty="0"/>
              <a:t> !</a:t>
            </a:r>
          </a:p>
          <a:p>
            <a:pPr marL="342900" indent="-342900">
              <a:buAutoNum type="arabicPeriod"/>
            </a:pPr>
            <a:r>
              <a:rPr lang="en-US" sz="2400" dirty="0" err="1"/>
              <a:t>Hitung</a:t>
            </a:r>
            <a:r>
              <a:rPr lang="en-US" sz="2400" dirty="0"/>
              <a:t> </a:t>
            </a:r>
            <a:r>
              <a:rPr lang="en-US" sz="2400" dirty="0" err="1"/>
              <a:t>berapa</a:t>
            </a:r>
            <a:r>
              <a:rPr lang="en-US" sz="2400" dirty="0"/>
              <a:t> </a:t>
            </a:r>
            <a:r>
              <a:rPr lang="en-US" sz="2400" dirty="0" err="1"/>
              <a:t>Penumpang</a:t>
            </a:r>
            <a:r>
              <a:rPr lang="en-US" sz="2400" dirty="0"/>
              <a:t> </a:t>
            </a:r>
            <a:r>
              <a:rPr lang="en-US" sz="2400" dirty="0" err="1"/>
              <a:t>keseluruhannya</a:t>
            </a:r>
            <a:r>
              <a:rPr lang="en-US" sz="2400" dirty="0"/>
              <a:t> !</a:t>
            </a:r>
          </a:p>
          <a:p>
            <a:pPr marL="342900" indent="-342900">
              <a:buAutoNum type="arabicPeriod"/>
            </a:pPr>
            <a:r>
              <a:rPr lang="en-US" sz="2400" dirty="0" err="1"/>
              <a:t>Tampilkan</a:t>
            </a:r>
            <a:r>
              <a:rPr lang="en-US" sz="2400" dirty="0"/>
              <a:t> nama </a:t>
            </a:r>
            <a:r>
              <a:rPr lang="en-US" sz="2400" dirty="0" err="1"/>
              <a:t>penumpang</a:t>
            </a:r>
            <a:r>
              <a:rPr lang="en-US" sz="2400" dirty="0"/>
              <a:t>  yang di </a:t>
            </a:r>
            <a:r>
              <a:rPr lang="en-US" sz="2400" dirty="0" err="1"/>
              <a:t>awali</a:t>
            </a:r>
            <a:r>
              <a:rPr lang="en-US" sz="2400" dirty="0"/>
              <a:t> </a:t>
            </a:r>
            <a:r>
              <a:rPr lang="en-US" sz="2400" dirty="0" err="1"/>
              <a:t>huruf</a:t>
            </a:r>
            <a:r>
              <a:rPr lang="en-US" sz="2400" dirty="0"/>
              <a:t> “H” !</a:t>
            </a:r>
          </a:p>
          <a:p>
            <a:pPr marL="342900" indent="-342900">
              <a:buAutoNum type="arabicPeriod"/>
            </a:pPr>
            <a:r>
              <a:rPr lang="en-US" sz="2400" dirty="0" err="1"/>
              <a:t>Berapa</a:t>
            </a:r>
            <a:r>
              <a:rPr lang="en-US" sz="2400" dirty="0"/>
              <a:t> Orang </a:t>
            </a:r>
            <a:r>
              <a:rPr lang="en-US" sz="2400" dirty="0" err="1"/>
              <a:t>peserta</a:t>
            </a:r>
            <a:r>
              <a:rPr lang="en-US" sz="2400" dirty="0"/>
              <a:t> yang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pesawat</a:t>
            </a:r>
            <a:r>
              <a:rPr lang="en-US" sz="2400"/>
              <a:t> “Korean Airlines”!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40865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109</TotalTime>
  <Words>187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Corbel</vt:lpstr>
      <vt:lpstr>Parallax</vt:lpstr>
      <vt:lpstr>SOAL  KUIS 2</vt:lpstr>
      <vt:lpstr>Soal Normalisasi</vt:lpstr>
      <vt:lpstr>Soal Normalisasi</vt:lpstr>
      <vt:lpstr>Soal Normalisasi</vt:lpstr>
      <vt:lpstr>Soal Aljabar Relasional</vt:lpstr>
      <vt:lpstr>Soal  SQL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SOAL  KUIS 1</dc:title>
  <dc:creator>Dosen</dc:creator>
  <cp:lastModifiedBy>angela melita</cp:lastModifiedBy>
  <cp:revision>8</cp:revision>
  <dcterms:created xsi:type="dcterms:W3CDTF">2016-07-19T08:44:47Z</dcterms:created>
  <dcterms:modified xsi:type="dcterms:W3CDTF">2025-12-15T06:42:17Z</dcterms:modified>
</cp:coreProperties>
</file>